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 showGuides="1">
      <p:cViewPr>
        <p:scale>
          <a:sx n="400" d="100"/>
          <a:sy n="400" d="100"/>
        </p:scale>
        <p:origin x="-15132" y="-6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2C3223-76D1-A84C-76E5-AEA6FBEA1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09B8596-AA3F-A09F-1291-3BA26E00A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2DC2A59-47C7-1E9B-7B82-B62F151C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CB33285-A1E5-89DE-15B8-171A3D16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338FA40-6ACD-2D20-B303-18CB2FD6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355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ACE99A-18FB-DDD1-76B6-487765DB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1A274BB-E898-E477-99E5-547704881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8E88905-C5AF-7647-8B79-C75EDAE8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C45DF79-DF3A-354C-C896-8C52C5371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32BBC05-EE53-0BAB-63E9-26CD7AC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6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B99A08-8C67-0126-2B3E-89A29A7E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CC38DF3-1B60-740A-BFA5-53A89BB1F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C359587-33E7-6E4E-9014-F3B02478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BD65C7-ED2B-B2FE-EDD0-2A44BF58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22CA30E-6ACF-9D7C-6C28-C0573F7E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419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992454-F342-85DD-0BD7-47AE4159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BFB1AC2-1AD7-91BA-1BA3-37C14902B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CA59872-1D03-6460-FE4E-8982D2053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9210799-EB04-DFDF-A79F-ED70B659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A4CAB74-38CF-AF70-92F9-A948E9E8E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307D477-0B3B-911F-F1A4-E79D13F4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777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437BC0-BF69-F8F8-8D47-C649A840F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24DFD15-3CA8-9BD7-FCD0-564CD3900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2644C4E-6E86-4D89-9185-AB88BFD23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CB73B3C-48AC-9F98-6A30-4B10CFEB2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2C3EA16-E8ED-F01C-B87A-FABFBC509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AE4C44A-B14C-A8CC-DA9A-9AB71459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E7C782C-498A-819A-0551-976156BB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90C962D-405E-6376-5277-CFF6333B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3897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186036-B8D4-89EF-3747-069E0D98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6DCE9BE-9B10-C1EF-0DBC-B820BE1A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207FF3F-0B5E-9F0D-034C-786645DE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467B6DA-D4AA-AE49-6CE6-4CAC53E7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688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AE38862-886A-DC05-C661-97523696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CB7B863-E513-93A9-0BCD-3BA41D48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81FEE68-1197-0159-A406-95CDFFDC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3116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AA84A4-2E87-31FD-1004-7097D5A8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04D82B0-C8A4-0BC0-7359-9E90CE47E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606E8EB-1FCD-0462-749B-08678EFE4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4758C93-E719-CA65-A122-6DDC2351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A324BA2-3EF8-CBDC-F29F-0A66B67B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2DA9AF4-AF3E-3C6F-2D37-3852E5D2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101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54EBE2-9130-5476-F202-95FE80C7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496521BD-1660-00CE-ED6D-3E84B64DF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46C0065-B5D7-00EB-90B7-0B96C7DE7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D582B52-F63C-685D-5F03-2BE0DB5CA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527C37-C993-7FDA-CC22-248FA4D0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7900E94-3725-F856-C078-DAE717EB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22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33D6E6-FF15-A968-8136-9967D55F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FB9B93E-647B-B6AA-1BC0-F1DE35322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49376EA-E2A1-1B5E-75B0-A6AE4578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4014661-7E7E-44C7-41FC-191CB0B3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9E90A41-13EA-C37A-4259-F216578C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357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FE492AF-51CE-7CF0-E089-97EF1CC4B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9E34751-C176-9807-004A-59F98889F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ABD4B7-BB8E-47D8-C919-839CA857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BE1013-6C40-F07E-C33E-B5A586BB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926026A-C4D8-FB5A-569A-DDDC0066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876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8B27FDA6-AD8D-B0F6-FDA9-EE7E8759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0061080-7A7D-9E14-532D-910911779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870F3EE-FD32-C409-99F5-365D96BF5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B42AC-4865-4586-881D-790CCDBBAC9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5EA6993-3191-7A50-722E-65244541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E01198-4AC2-29D0-B985-B70279245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47CEC-E86E-479E-8327-8A1F3D3B8EC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418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2941561-A802-5DE4-6F7F-D9C02233F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86" y="1047750"/>
            <a:ext cx="4762500" cy="4762500"/>
          </a:xfrm>
          <a:prstGeom prst="rect">
            <a:avLst/>
          </a:prstGeom>
        </p:spPr>
      </p:pic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FD949267-C417-6AA3-4D17-F56F5F27E532}"/>
              </a:ext>
            </a:extLst>
          </p:cNvPr>
          <p:cNvGrpSpPr/>
          <p:nvPr/>
        </p:nvGrpSpPr>
        <p:grpSpPr>
          <a:xfrm>
            <a:off x="7499684" y="704064"/>
            <a:ext cx="472742" cy="435761"/>
            <a:chOff x="7499684" y="704064"/>
            <a:chExt cx="472742" cy="435761"/>
          </a:xfrm>
        </p:grpSpPr>
        <p:grpSp>
          <p:nvGrpSpPr>
            <p:cNvPr id="17" name="קבוצה 16">
              <a:extLst>
                <a:ext uri="{FF2B5EF4-FFF2-40B4-BE49-F238E27FC236}">
                  <a16:creationId xmlns:a16="http://schemas.microsoft.com/office/drawing/2014/main" id="{988A5525-5B91-056D-3D5C-82CEDC5DFBBF}"/>
                </a:ext>
              </a:extLst>
            </p:cNvPr>
            <p:cNvGrpSpPr/>
            <p:nvPr/>
          </p:nvGrpSpPr>
          <p:grpSpPr>
            <a:xfrm>
              <a:off x="7499684" y="704064"/>
              <a:ext cx="472742" cy="435761"/>
              <a:chOff x="7499684" y="704064"/>
              <a:chExt cx="472742" cy="435761"/>
            </a:xfrm>
          </p:grpSpPr>
          <p:sp>
            <p:nvSpPr>
              <p:cNvPr id="6" name="אליפסה 5">
                <a:extLst>
                  <a:ext uri="{FF2B5EF4-FFF2-40B4-BE49-F238E27FC236}">
                    <a16:creationId xmlns:a16="http://schemas.microsoft.com/office/drawing/2014/main" id="{BCED8A4C-01DC-6BD1-81F3-D5AC33445AA8}"/>
                  </a:ext>
                </a:extLst>
              </p:cNvPr>
              <p:cNvSpPr/>
              <p:nvPr/>
            </p:nvSpPr>
            <p:spPr>
              <a:xfrm>
                <a:off x="7536064" y="704064"/>
                <a:ext cx="303553" cy="303712"/>
              </a:xfrm>
              <a:prstGeom prst="ellipse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BB392425-84D1-1163-C600-EF8A41A17FAA}"/>
                  </a:ext>
                </a:extLst>
              </p:cNvPr>
              <p:cNvSpPr txBox="1"/>
              <p:nvPr/>
            </p:nvSpPr>
            <p:spPr>
              <a:xfrm>
                <a:off x="7499684" y="706304"/>
                <a:ext cx="360432" cy="27699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</a:rPr>
                  <a:t>{  }</a:t>
                </a:r>
                <a:endParaRPr lang="he-IL" sz="1200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12" name="מחבר ישר 11">
                <a:extLst>
                  <a:ext uri="{FF2B5EF4-FFF2-40B4-BE49-F238E27FC236}">
                    <a16:creationId xmlns:a16="http://schemas.microsoft.com/office/drawing/2014/main" id="{440E5CA2-B187-E768-DB49-AB016A06D8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5167" y="970067"/>
                <a:ext cx="177259" cy="169758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תיבת טקסט 19">
              <a:extLst>
                <a:ext uri="{FF2B5EF4-FFF2-40B4-BE49-F238E27FC236}">
                  <a16:creationId xmlns:a16="http://schemas.microsoft.com/office/drawing/2014/main" id="{F9FFBF85-74D4-1DAA-3BC1-29BD800283B3}"/>
                </a:ext>
              </a:extLst>
            </p:cNvPr>
            <p:cNvSpPr txBox="1"/>
            <p:nvPr/>
          </p:nvSpPr>
          <p:spPr>
            <a:xfrm>
              <a:off x="7603985" y="743013"/>
              <a:ext cx="213268" cy="2769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*</a:t>
              </a:r>
              <a:endParaRPr lang="he-IL" sz="12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84524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</Words>
  <Application>Microsoft Office PowerPoint</Application>
  <PresentationFormat>מסך רחב</PresentationFormat>
  <Paragraphs>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2026-02-12T20:49:38Z</dcterms:created>
  <dcterms:modified xsi:type="dcterms:W3CDTF">2026-02-12T20:59:19Z</dcterms:modified>
</cp:coreProperties>
</file>